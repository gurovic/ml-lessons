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201/9781315139470" TargetMode="External"/><Relationship Id="rId3" Type="http://schemas.openxmlformats.org/officeDocument/2006/relationships/hyperlink" Target="https://doi.org/10.1007/BF00116251" TargetMode="External"/><Relationship Id="rId4" Type="http://schemas.openxmlformats.org/officeDocument/2006/relationships/hyperlink" Target="https://doi.org/10.1023/A:1010933404324" TargetMode="External"/><Relationship Id="rId5" Type="http://schemas.openxmlformats.org/officeDocument/2006/relationships/hyperlink" Target="https://colab.research.google.com/github/gurovic/ml-lessons/blob/main/lessons/derevo_resheniy/code.ipynb" TargetMode="External"/><Relationship Id="rId6" Type="http://schemas.openxmlformats.org/officeDocument/2006/relationships/hyperlink" Target="https://colab.research.google.com/github/gurovic/ml-lessons/blob/main/lessons/derevo_resheniy/project.ipynb" TargetMode="External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412714"/>
            <a:ext cx="4343400" cy="23068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12438"/>
            <a:ext cx="4343400" cy="25074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Граница решения: оси-параллельные прямоугольники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sklearn.datasets import load_iris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X, y = load_iris(return_X_y=True)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X, y = X[y != 2], (y[y != 2] == 0).astype(int)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бинарная задача: setosa vs остальные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Два класса из iris</a:t>
            </a:r>
          </a:p>
        </p:txBody>
      </p:sp>
      <p:pic>
        <p:nvPicPr>
          <p:cNvPr id="7" name="Picture 6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Простой и интуитивный, но есть недостатки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разберём в теоретическом блоке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Почему misclassification слабее — разберём в теоретическом блоке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DecisionTreeClassifier(criterion='gini')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clf_ent = DecisionTreeClassifier(criterion='entropy')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сравните деревья на одних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Gini vs entropy</a:t>
            </a:r>
          </a:p>
        </p:txBody>
      </p:sp>
      <p:pic>
        <p:nvPicPr>
          <p:cNvPr id="7" name="Picture 6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частично решает проблему дисбаланса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accuracy_score, f1_score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y_pred = clf.predict(X_test)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print(accuracy_score(y_test, y_pred))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print(f1_score(y_test, y_pred, average='macro'))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Accuracy и F1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clf_deep = DecisionTreeClassifier(max_depth=None)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clf_reg = DecisionTreeClassifier(max_depth=3)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глубокое дерево: высокий train, низкий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6168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Ограничение max_depth</a:t>
            </a:r>
          </a:p>
        </p:txBody>
      </p:sp>
      <p:pic>
        <p:nvPicPr>
          <p:cNvPr id="7" name="Picture 6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воспроизводимости: random_state фиксирует случайность при равной информативности разбиений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DecisionTreeClassifier(max_depth=3,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DecisionTreeClassifier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127248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163824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 = pd.Series(clf.feature_importances_, index=feature_names)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imp.sort_values(ascending=False).head()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1304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feature_importances_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 y: чувствительны при MSE; в sklearn — DecisionTreeRegressor(criterion='absolute_error') или чистка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DecisionTreeRegressor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reg = DecisionTreeRegressor(max_depth=4,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reg.fit(X_train,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reg.predict(X_test)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DecisionTreeRegressor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export_text — текстовое представление: правила вида X[0] &lt;= 2.5 → class=1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127248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163824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plot_tree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matplotlib.pyplot as plt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plot_tree(clf, feature_names=names, filled=True)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plt.show()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86783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plot_tree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регрессии — кусочно-постоянная аппроксимация (в каждом прямоугольнике — своя константа)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127248"/>
            <a:ext cx="6766560" cy="1152144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163824"/>
            <a:ext cx="6620256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numpy as np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xx, yy = np.meshgrid(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np.linspace(x.min(), x.max(), 200),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np.linspace(y.min(), y.max(), 200),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Z = clf.predict(np.c_[xx.ravel(), yy.ravel()]).reshape(xx.shape)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3425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для границы</a:t>
            </a:r>
          </a:p>
        </p:txBody>
      </p:sp>
      <p:pic>
        <p:nvPicPr>
          <p:cNvPr id="7" name="Picture 6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Категориальные признаки: sklearn не принимает строки — нужно кодирование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One-Hot при 100+ категориях — разреженность и замедление; альтернатива — целевое кодирование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059936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096512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масштабирование не обязательно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DecisionTreeClassifier(random_state=42)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clf.fit(X_raw, y)  # можно на исходных признаках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194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Без StandardScaler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признак → оси-параллельные прямоугольные области; при достаточной глубине ими можно аппроксимировать сложные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Breiman L., Friedman J., Olshen R., Stone C. (1984). Classification and Regression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Quinlan J.R. (1986). Induction of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Breiman L. (2001). Random Forests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https://colab.research.google.com/github/gurovic/ml-lessons/blob/main/lessons/derevo_resheniy/code.ipynb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https://colab.research.google.com/github/gurovic/ml-lessons/blob/main/lessons/derevo_resheniy/project.ipynb</a:t>
            </a:r>
          </a:p>
        </p:txBody>
      </p:sp>
      <p:pic>
        <p:nvPicPr>
          <p:cNvPr id="10" name="Picture 9" descr="_qr_ref_24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24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