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2307/1271436" TargetMode="External"/><Relationship Id="rId3" Type="http://schemas.openxmlformats.org/officeDocument/2006/relationships/hyperlink" Target="https://doi.org/10.1111/j.2517-6161.1996.tb00880.x" TargetMode="External"/><Relationship Id="rId4" Type="http://schemas.openxmlformats.org/officeDocument/2006/relationships/hyperlink" Target="https://doi.org/10.2307/2332423" TargetMode="External"/><Relationship Id="rId5" Type="http://schemas.openxmlformats.org/officeDocument/2006/relationships/hyperlink" Target="https://colab.research.google.com/github/gurovic/ml-lessons/blob/feature/references-and-slide-code/lessons/lineynaya_regressiya/code.ipynb" TargetMode="External"/><Relationship Id="rId6" Type="http://schemas.openxmlformats.org/officeDocument/2006/relationships/hyperlink" Target="https://colab.research.google.com/github/gurovic/ml-lessons/blob/feature/references-and-slide-code/lessons/lineyn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192" y="1325880"/>
            <a:ext cx="3211495" cy="2203704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LinearRegression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 = LinearRegression()  # solver='linalg' по умолчанию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y_pred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7" name="Picture 6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306" y="1325880"/>
            <a:ext cx="4277267" cy="44805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13258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12527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sklearn.preprocessing import StandardScaler, OneHotEncoder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sklearn.compose import ColumnTransformer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prep = ColumnTransformer([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('num', StandardScaler(), num_cols),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('cat', OneHotEncoder(), cat_cols),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X_scaled = prep.fit_transform(X_train)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7258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7" name="Picture 6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27162"/>
            <a:ext cx="4343400" cy="1677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4240"/>
            <a:ext cx="4343400" cy="1646984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881659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29149"/>
            <a:ext cx="4343400" cy="18740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9052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sklearn.model_selection import train_test_split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X_tr, X_te, y_tr, y_te = train_test_split(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X, y, test_size=0.2, random_state=42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model.fit(X_tr, y_tr)  # метрики только на X_te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25112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7" name="Picture 6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85197"/>
            <a:ext cx="4343400" cy="19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mean_absolute_error, r2_score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mae = mean_absolute_error(y_te, y_pred)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r2 = r2_score(y_te, y_pred)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print(f'MAE={mae:.2f}, R²={r2:.3f}')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 и R²</a:t>
            </a:r>
          </a:p>
        </p:txBody>
      </p:sp>
      <p:pic>
        <p:nvPicPr>
          <p:cNvPr id="7" name="Picture 6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8695"/>
            <a:ext cx="4343400" cy="16149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149961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1426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sklearn.pipeline import Pipeline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sklearn.preprocessing import StandardScaler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sklearn.linear_model import LinearRegression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pipe = Pipeline([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('scaler', StandardScaler()),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('reg', LinearRegression()),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pipe.fit(X_train, y_train)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7" name="Picture 6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57963"/>
            <a:ext cx="4343400" cy="141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Hoerl A.E., Kennard R.W. (1970). Ridge Regression: Biased Estimation for Nonorthogonal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Tibshirani R. (1996). Regression Shrinkage and Selection via the Lasso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Markov A.A. (1900). Least Squares Estimation of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https://colab.research.google.com/github/gurovic/ml-lessons/blob/feature/references-and-slide-code/lessons/lineynaya_regressiya/code.ipynb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https://colab.research.google.com/github/gurovic/ml-lessons/blob/feature/references-and-slide-code/lessons/lineynaya_regressiya/project.ipynb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