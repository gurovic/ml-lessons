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Сумма остатков на обучающей выборке при МНК равна нулю (для модели с intercept)</a:t>
            </a:r>
          </a:p>
        </p:txBody>
      </p:sp>
      <p:pic>
        <p:nvPicPr>
          <p:cNvPr id="4" name="Picture 3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Сумму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минимизировать то же самое; деление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гауссовских остатках; MAE = MLE при распределении Лапласа (например, медианный шум в задачах с редкими сбоями)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производная по весам → система линейных уравнений →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по умолчанию решает так (solver `linalg`) — быстро и точно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очень больших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нехватке памяти — итеративные методы: SGD, `sag`, `lsqr`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потерь; `SGDRegressor` в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для линейной регрессии чаще используют не «чистый» SGD, а стабильные solver'ы (`lbfgs`, `sag` в Ridge/Lasso)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решение: MAE (`HuberRegressor`), робастные методы или чистка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Всегда стройте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 перед 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Влиятельные точки диагностируют через остатки и расстояние от центра признаков</a:t>
            </a:r>
          </a:p>
        </p:txBody>
      </p:sp>
      <p:pic>
        <p:nvPicPr>
          <p:cNvPr id="4" name="Picture 3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веса, помогает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может обнулять веса → отбор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Сильное взаимодействие признаков без явных фичей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