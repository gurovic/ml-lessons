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Минимизируем **вертикальные**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Масштабирование нужно для **интерпретации весов**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градиентного спуска и регуляризации масштабирование **обязательно** — иначе медленная или неверная сходимость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Data leakage: impute/scale **до**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