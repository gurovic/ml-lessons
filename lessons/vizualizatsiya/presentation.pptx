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culty.washington.edu/aragon/classes/hcde511/s12/readings/cleveland84.pdf" TargetMode="External"/><Relationship Id="rId3" Type="http://schemas.openxmlformats.org/officeDocument/2006/relationships/hyperlink" Target="http://vita.had.co.nz/papers/layered-grammar.pdf" TargetMode="External"/><Relationship Id="rId4" Type="http://schemas.openxmlformats.org/officeDocument/2006/relationships/hyperlink" Target="https://colab.research.google.com/github/gurovic/ml-lessons/blob/main/lessons/vizualizatsiya/code.ipynb" TargetMode="External"/><Relationship Id="rId5" Type="http://schemas.openxmlformats.org/officeDocument/2006/relationships/hyperlink" Target="https://colab.research.google.com/github/gurovic/ml-lessons/blob/main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`%matplotlib inline`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 = plt.subplots(figsize=(6, 4))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ax.plot([1, 2, 3], [1, 4, 9])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ax.set_xlabel('x'); ax.set_ylabel('y')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7" name="Picture 6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28206"/>
            <a:ext cx="4343400" cy="3275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y, label='train', color='C0')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ax.plot(x, y_test, label='test', linestyle='--')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7" name="Picture 6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ax.scatter(X[:, 0], X[:, 1], c=y, cmap='viridis', alpha=0.7)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ax.set_xlabel('feature 1'); ax.set_ylabel('feature 2')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7" name="Picture 6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ax.bar(categories, values, color='steelblue')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ax.set_ylabel('count')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plt.xticks(rotation=45)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7" name="Picture 6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ax.hist(data, bins=30, edgecolor='white')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ax.boxplot(data, vert=True)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ax.set_title('Распределение')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7" name="Picture 6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ML-диагностики: `sns.regplot`, `jointplot`, `pairplot`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sns.scatterplot(data=df, x='x', y='y', hue='class')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sns.regplot(data=df, x='x', y='y', scatter_kws={'alpha': 0.5})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7" name="Picture 6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ax.set_title('ROC-кривая', fontsize=14)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ax.legend(loc='lower right')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ax.grid(True, alpha=0.3)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7" name="Picture 6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Одинаковые пределы осей (`sharex`, `sharey`)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fig, axes = plt.subplots(2, 2, figsize=(8, 6))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axes[0, 0].hist(a); axes[0, 1].scatter(x, y)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fig.tight_layout()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7" name="Picture 6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corr = df.corr(numeric_only=True)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sns.heatmap(corr, annot=True, cmap='coolwarm',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7" name="Picture 6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64913"/>
            <a:ext cx="4343400" cy="44024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55701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Порядок категорий на оси X задавай явно (`order=`)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038344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74920"/>
            <a:ext cx="6620256" cy="38404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sns.countplot(data=df, x='category', order=df['category'].value_counts().index)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plt.xticks(rotation=30)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7" name="Picture 6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19133"/>
            <a:ext cx="4343400" cy="16940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residuals = y_test - y_pred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ax.scatter(y_pred, residuals, alpha=0.6)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ax.axhline(0, color='red', linestyle='--')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7" name="Picture 6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RocCurveDisplay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RocCurveDisplay.from_predictions(y_test, y_score)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plt.title('ROC')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7" name="Picture 6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